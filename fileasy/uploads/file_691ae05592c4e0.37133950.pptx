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2"/>
  </p:notesMasterIdLst>
  <p:handoutMasterIdLst>
    <p:handoutMasterId r:id="rId13"/>
  </p:handoutMasterIdLst>
  <p:sldIdLst>
    <p:sldId id="256" r:id="rId5"/>
    <p:sldId id="258" r:id="rId6"/>
    <p:sldId id="273" r:id="rId7"/>
    <p:sldId id="274" r:id="rId8"/>
    <p:sldId id="275" r:id="rId9"/>
    <p:sldId id="276" r:id="rId10"/>
    <p:sldId id="269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3350"/>
    <a:srgbClr val="0C4360"/>
    <a:srgbClr val="1B6872"/>
    <a:srgbClr val="63B7C6"/>
    <a:srgbClr val="002136"/>
    <a:srgbClr val="0C75AC"/>
    <a:srgbClr val="0024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3" autoAdjust="0"/>
    <p:restoredTop sz="94660"/>
  </p:normalViewPr>
  <p:slideViewPr>
    <p:cSldViewPr snapToGrid="0">
      <p:cViewPr>
        <p:scale>
          <a:sx n="75" d="100"/>
          <a:sy n="75" d="100"/>
        </p:scale>
        <p:origin x="522" y="-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62FF6B6-4F8A-40F7-B5F4-FC3996824D7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10A999-F365-48DF-976A-0517FE0454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A5457B-CDAE-4DEB-AEC8-C82DE2312E37}" type="datetimeFigureOut">
              <a:rPr lang="en-US" smtClean="0"/>
              <a:t>9/22/2025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735C90-ADBF-4B9E-BE88-E1C8F83EB4D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506A01-6D0A-45EF-A584-05A3361D66F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31430A-4AA4-45C8-AC23-CD6B61C41A4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99009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0B78EA-28CE-41D8-9043-90E391E5F567}" type="datetimeFigureOut">
              <a:rPr lang="en-US" noProof="0" smtClean="0"/>
              <a:t>9/22/2025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34D747-9380-41EE-9946-EC9EC0CA5D1E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277271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CA15AFD-4983-47DD-9ED0-D3B27E5A096F}"/>
              </a:ext>
            </a:extLst>
          </p:cNvPr>
          <p:cNvGrpSpPr/>
          <p:nvPr userDrawn="1"/>
        </p:nvGrpSpPr>
        <p:grpSpPr>
          <a:xfrm>
            <a:off x="-1604709" y="-3756"/>
            <a:ext cx="13796710" cy="6861756"/>
            <a:chOff x="-1604709" y="-3756"/>
            <a:chExt cx="13796710" cy="6861756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222D5E2-E9B4-4180-98B8-4E514C9ADB28}"/>
                </a:ext>
              </a:extLst>
            </p:cNvPr>
            <p:cNvGrpSpPr/>
            <p:nvPr/>
          </p:nvGrpSpPr>
          <p:grpSpPr>
            <a:xfrm>
              <a:off x="-16298" y="0"/>
              <a:ext cx="12208299" cy="6858000"/>
              <a:chOff x="-16298" y="0"/>
              <a:chExt cx="12208299" cy="6858000"/>
            </a:xfrm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41E10E1E-5268-4F03-BA64-07E19DE26739}"/>
                  </a:ext>
                </a:extLst>
              </p:cNvPr>
              <p:cNvSpPr/>
              <p:nvPr/>
            </p:nvSpPr>
            <p:spPr>
              <a:xfrm flipH="1">
                <a:off x="-16297" y="0"/>
                <a:ext cx="12208298" cy="6858000"/>
              </a:xfrm>
              <a:custGeom>
                <a:avLst/>
                <a:gdLst>
                  <a:gd name="connsiteX0" fmla="*/ 8574289 w 12208298"/>
                  <a:gd name="connsiteY0" fmla="*/ 0 h 6858000"/>
                  <a:gd name="connsiteX1" fmla="*/ 0 w 12208298"/>
                  <a:gd name="connsiteY1" fmla="*/ 0 h 6858000"/>
                  <a:gd name="connsiteX2" fmla="*/ 0 w 12208298"/>
                  <a:gd name="connsiteY2" fmla="*/ 6858000 h 6858000"/>
                  <a:gd name="connsiteX3" fmla="*/ 532109 w 12208298"/>
                  <a:gd name="connsiteY3" fmla="*/ 6858000 h 6858000"/>
                  <a:gd name="connsiteX4" fmla="*/ 11495317 w 12208298"/>
                  <a:gd name="connsiteY4" fmla="*/ 6858000 h 6858000"/>
                  <a:gd name="connsiteX5" fmla="*/ 12208298 w 12208298"/>
                  <a:gd name="connsiteY5" fmla="*/ 6858000 h 6858000"/>
                  <a:gd name="connsiteX6" fmla="*/ 12208298 w 12208298"/>
                  <a:gd name="connsiteY6" fmla="*/ 3146781 h 6858000"/>
                  <a:gd name="connsiteX7" fmla="*/ 10353284 w 12208298"/>
                  <a:gd name="connsiteY7" fmla="*/ 1291767 h 6858000"/>
                  <a:gd name="connsiteX8" fmla="*/ 9866056 w 12208298"/>
                  <a:gd name="connsiteY8" fmla="*/ 1291767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208298" h="6858000">
                    <a:moveTo>
                      <a:pt x="8574289" y="0"/>
                    </a:moveTo>
                    <a:lnTo>
                      <a:pt x="0" y="0"/>
                    </a:lnTo>
                    <a:lnTo>
                      <a:pt x="0" y="6858000"/>
                    </a:lnTo>
                    <a:lnTo>
                      <a:pt x="532109" y="6858000"/>
                    </a:lnTo>
                    <a:lnTo>
                      <a:pt x="11495317" y="6858000"/>
                    </a:lnTo>
                    <a:lnTo>
                      <a:pt x="12208298" y="6858000"/>
                    </a:lnTo>
                    <a:lnTo>
                      <a:pt x="12208298" y="3146781"/>
                    </a:lnTo>
                    <a:lnTo>
                      <a:pt x="10353284" y="1291767"/>
                    </a:lnTo>
                    <a:lnTo>
                      <a:pt x="9866056" y="1291767"/>
                    </a:lnTo>
                    <a:close/>
                  </a:path>
                </a:pathLst>
              </a:custGeom>
              <a:solidFill>
                <a:schemeClr val="accent2">
                  <a:alpha val="7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B989C45D-BDFF-418F-BE79-03FF70015770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pattFill prst="wdDnDiag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7" name="Right Triangle 16">
                <a:extLst>
                  <a:ext uri="{FF2B5EF4-FFF2-40B4-BE49-F238E27FC236}">
                    <a16:creationId xmlns:a16="http://schemas.microsoft.com/office/drawing/2014/main" id="{8DCD5806-2A2F-4ABF-8057-245681C498E6}"/>
                  </a:ext>
                </a:extLst>
              </p:cNvPr>
              <p:cNvSpPr/>
              <p:nvPr/>
            </p:nvSpPr>
            <p:spPr>
              <a:xfrm rot="16200000" flipH="1" flipV="1">
                <a:off x="24625" y="-4746"/>
                <a:ext cx="2819399" cy="2828891"/>
              </a:xfrm>
              <a:prstGeom prst="rtTriangle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8" name="Right Triangle 17">
                <a:extLst>
                  <a:ext uri="{FF2B5EF4-FFF2-40B4-BE49-F238E27FC236}">
                    <a16:creationId xmlns:a16="http://schemas.microsoft.com/office/drawing/2014/main" id="{3A93038F-E9E4-4FFD-B3DF-28DB7C2C1490}"/>
                  </a:ext>
                </a:extLst>
              </p:cNvPr>
              <p:cNvSpPr/>
              <p:nvPr/>
            </p:nvSpPr>
            <p:spPr>
              <a:xfrm rot="16200000" flipH="1" flipV="1">
                <a:off x="4418" y="-4422"/>
                <a:ext cx="2627088" cy="2635933"/>
              </a:xfrm>
              <a:prstGeom prst="rtTriangle">
                <a:avLst/>
              </a:prstGeom>
              <a:pattFill prst="dkHorz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9" name="Right Triangle 18">
                <a:extLst>
                  <a:ext uri="{FF2B5EF4-FFF2-40B4-BE49-F238E27FC236}">
                    <a16:creationId xmlns:a16="http://schemas.microsoft.com/office/drawing/2014/main" id="{5DEA1E02-BBD0-4AE3-AF22-433B90272178}"/>
                  </a:ext>
                </a:extLst>
              </p:cNvPr>
              <p:cNvSpPr/>
              <p:nvPr/>
            </p:nvSpPr>
            <p:spPr>
              <a:xfrm rot="16200000" flipH="1" flipV="1">
                <a:off x="-12263" y="-4034"/>
                <a:ext cx="2397087" cy="2405158"/>
              </a:xfrm>
              <a:prstGeom prst="rtTriangle">
                <a:avLst/>
              </a:prstGeom>
              <a:solidFill>
                <a:schemeClr val="accent2">
                  <a:alpha val="4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0027A677-9ACB-4264-B148-4806678FB83F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  <p:sp>
          <p:nvSpPr>
            <p:cNvPr id="9" name="Freeform: Shape 12">
              <a:extLst>
                <a:ext uri="{FF2B5EF4-FFF2-40B4-BE49-F238E27FC236}">
                  <a16:creationId xmlns:a16="http://schemas.microsoft.com/office/drawing/2014/main" id="{E3AAB79D-382D-4A95-965E-526B6A681DA7}"/>
                </a:ext>
              </a:extLst>
            </p:cNvPr>
            <p:cNvSpPr/>
            <p:nvPr/>
          </p:nvSpPr>
          <p:spPr>
            <a:xfrm rot="18900000" flipH="1">
              <a:off x="-1604709" y="1397837"/>
              <a:ext cx="3211378" cy="3211378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0A22127-2B4A-4B15-B0A9-F019A30347A1}"/>
                </a:ext>
              </a:extLst>
            </p:cNvPr>
            <p:cNvSpPr/>
            <p:nvPr/>
          </p:nvSpPr>
          <p:spPr>
            <a:xfrm rot="18900000">
              <a:off x="-861777" y="-3756"/>
              <a:ext cx="2676646" cy="1356876"/>
            </a:xfrm>
            <a:custGeom>
              <a:avLst/>
              <a:gdLst>
                <a:gd name="connsiteX0" fmla="*/ 1319770 w 2676646"/>
                <a:gd name="connsiteY0" fmla="*/ 0 h 1356876"/>
                <a:gd name="connsiteX1" fmla="*/ 2676646 w 2676646"/>
                <a:gd name="connsiteY1" fmla="*/ 1356876 h 1356876"/>
                <a:gd name="connsiteX2" fmla="*/ 0 w 2676646"/>
                <a:gd name="connsiteY2" fmla="*/ 1356876 h 1356876"/>
                <a:gd name="connsiteX3" fmla="*/ 0 w 2676646"/>
                <a:gd name="connsiteY3" fmla="*/ 1319770 h 1356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76646" h="1356876">
                  <a:moveTo>
                    <a:pt x="1319770" y="0"/>
                  </a:moveTo>
                  <a:lnTo>
                    <a:pt x="2676646" y="1356876"/>
                  </a:lnTo>
                  <a:lnTo>
                    <a:pt x="0" y="1356876"/>
                  </a:lnTo>
                  <a:lnTo>
                    <a:pt x="0" y="1319770"/>
                  </a:lnTo>
                  <a:close/>
                </a:path>
              </a:pathLst>
            </a:custGeom>
            <a:pattFill prst="wdUpDiag">
              <a:fgClr>
                <a:schemeClr val="accent2"/>
              </a:fgClr>
              <a:bgClr>
                <a:schemeClr val="accent1"/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11" name="Freeform: Shape 12">
              <a:extLst>
                <a:ext uri="{FF2B5EF4-FFF2-40B4-BE49-F238E27FC236}">
                  <a16:creationId xmlns:a16="http://schemas.microsoft.com/office/drawing/2014/main" id="{F04D9FDC-1B67-4254-9535-CD32E81F0C3E}"/>
                </a:ext>
              </a:extLst>
            </p:cNvPr>
            <p:cNvSpPr/>
            <p:nvPr/>
          </p:nvSpPr>
          <p:spPr>
            <a:xfrm rot="13500000">
              <a:off x="-1226102" y="1737462"/>
              <a:ext cx="2416016" cy="2416016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0A86C4EA-4CF8-4531-845D-4FCB1E2F7422}"/>
                </a:ext>
              </a:extLst>
            </p:cNvPr>
            <p:cNvGrpSpPr/>
            <p:nvPr/>
          </p:nvGrpSpPr>
          <p:grpSpPr>
            <a:xfrm>
              <a:off x="-760406" y="4672937"/>
              <a:ext cx="1520812" cy="1520812"/>
              <a:chOff x="-1604709" y="3012880"/>
              <a:chExt cx="3211378" cy="3211378"/>
            </a:xfrm>
          </p:grpSpPr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1101B195-C112-4D20-8D19-4D22479B150D}"/>
                  </a:ext>
                </a:extLst>
              </p:cNvPr>
              <p:cNvSpPr/>
              <p:nvPr/>
            </p:nvSpPr>
            <p:spPr>
              <a:xfrm rot="18900000" flipH="1">
                <a:off x="-1604709" y="3012880"/>
                <a:ext cx="3211378" cy="3211378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4" name="Freeform: Shape 12">
                <a:extLst>
                  <a:ext uri="{FF2B5EF4-FFF2-40B4-BE49-F238E27FC236}">
                    <a16:creationId xmlns:a16="http://schemas.microsoft.com/office/drawing/2014/main" id="{CA755F1F-9955-4CBB-8F34-F7801CA44CE7}"/>
                  </a:ext>
                </a:extLst>
              </p:cNvPr>
              <p:cNvSpPr/>
              <p:nvPr/>
            </p:nvSpPr>
            <p:spPr>
              <a:xfrm rot="13500000">
                <a:off x="-1226102" y="3352505"/>
                <a:ext cx="2416016" cy="2416016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pattFill prst="wdDnDiag">
                <a:fgClr>
                  <a:schemeClr val="accent1">
                    <a:lumMod val="60000"/>
                    <a:lumOff val="40000"/>
                  </a:schemeClr>
                </a:fgClr>
                <a:bgClr>
                  <a:schemeClr val="accent2">
                    <a:lumMod val="50000"/>
                  </a:schemeClr>
                </a:bgClr>
              </a:patt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761488" y="2395728"/>
            <a:ext cx="7077456" cy="1243584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GB" sz="6600" b="1" dirty="0">
                <a:solidFill>
                  <a:schemeClr val="accent2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D2DEF0-A0B0-4CFE-B67D-A9D75E2368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61488" y="3721608"/>
            <a:ext cx="7077456" cy="86868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GB" sz="1800" spc="30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36959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2838D16-809E-4EB1-8C0C-0E63D813911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43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01FEB333-94B4-4E53-9019-D584810903BB}"/>
              </a:ext>
            </a:extLst>
          </p:cNvPr>
          <p:cNvSpPr/>
          <p:nvPr userDrawn="1"/>
        </p:nvSpPr>
        <p:spPr>
          <a:xfrm>
            <a:off x="0" y="0"/>
            <a:ext cx="12192000" cy="6862745"/>
          </a:xfrm>
          <a:custGeom>
            <a:avLst/>
            <a:gdLst>
              <a:gd name="connsiteX0" fmla="*/ 0 w 12192000"/>
              <a:gd name="connsiteY0" fmla="*/ 0 h 6849743"/>
              <a:gd name="connsiteX1" fmla="*/ 7554712 w 12192000"/>
              <a:gd name="connsiteY1" fmla="*/ 0 h 6849743"/>
              <a:gd name="connsiteX2" fmla="*/ 10266645 w 12192000"/>
              <a:gd name="connsiteY2" fmla="*/ 2711934 h 6849743"/>
              <a:gd name="connsiteX3" fmla="*/ 11289529 w 12192000"/>
              <a:gd name="connsiteY3" fmla="*/ 2711934 h 6849743"/>
              <a:gd name="connsiteX4" fmla="*/ 12191999 w 12192000"/>
              <a:gd name="connsiteY4" fmla="*/ 3614404 h 6849743"/>
              <a:gd name="connsiteX5" fmla="*/ 12192000 w 12192000"/>
              <a:gd name="connsiteY5" fmla="*/ 6849743 h 6849743"/>
              <a:gd name="connsiteX6" fmla="*/ 0 w 12192000"/>
              <a:gd name="connsiteY6" fmla="*/ 6849743 h 6849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49743">
                <a:moveTo>
                  <a:pt x="0" y="0"/>
                </a:moveTo>
                <a:lnTo>
                  <a:pt x="7554712" y="0"/>
                </a:lnTo>
                <a:lnTo>
                  <a:pt x="10266645" y="2711934"/>
                </a:lnTo>
                <a:lnTo>
                  <a:pt x="11289529" y="2711934"/>
                </a:lnTo>
                <a:lnTo>
                  <a:pt x="12191999" y="3614404"/>
                </a:lnTo>
                <a:lnTo>
                  <a:pt x="12192000" y="6849743"/>
                </a:lnTo>
                <a:lnTo>
                  <a:pt x="0" y="6849743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9B9489-0CD9-4DB7-AC82-6E7867F91403}"/>
              </a:ext>
            </a:extLst>
          </p:cNvPr>
          <p:cNvSpPr/>
          <p:nvPr userDrawn="1"/>
        </p:nvSpPr>
        <p:spPr>
          <a:xfrm rot="16200000" flipV="1">
            <a:off x="2626805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A55D1C76-C591-4FA5-9780-87AB6B37C0FA}"/>
              </a:ext>
            </a:extLst>
          </p:cNvPr>
          <p:cNvSpPr/>
          <p:nvPr userDrawn="1"/>
        </p:nvSpPr>
        <p:spPr>
          <a:xfrm rot="5400000" flipV="1">
            <a:off x="5851010" y="-10649"/>
            <a:ext cx="6326154" cy="6347453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7DC1D12-670F-4235-8791-FA8C2B330871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59569CF-FDAC-47C4-A0F5-296F7117C398}"/>
              </a:ext>
            </a:extLst>
          </p:cNvPr>
          <p:cNvSpPr/>
          <p:nvPr userDrawn="1"/>
        </p:nvSpPr>
        <p:spPr>
          <a:xfrm rot="2700000">
            <a:off x="9668984" y="1404392"/>
            <a:ext cx="4406148" cy="5299239"/>
          </a:xfrm>
          <a:custGeom>
            <a:avLst/>
            <a:gdLst>
              <a:gd name="connsiteX0" fmla="*/ 0 w 4406148"/>
              <a:gd name="connsiteY0" fmla="*/ 0 h 5299239"/>
              <a:gd name="connsiteX1" fmla="*/ 4406148 w 4406148"/>
              <a:gd name="connsiteY1" fmla="*/ 4406147 h 5299239"/>
              <a:gd name="connsiteX2" fmla="*/ 3513056 w 4406148"/>
              <a:gd name="connsiteY2" fmla="*/ 5299239 h 5299239"/>
              <a:gd name="connsiteX3" fmla="*/ 1 w 4406148"/>
              <a:gd name="connsiteY3" fmla="*/ 5299239 h 5299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06148" h="5299239">
                <a:moveTo>
                  <a:pt x="0" y="0"/>
                </a:moveTo>
                <a:lnTo>
                  <a:pt x="4406148" y="4406147"/>
                </a:lnTo>
                <a:lnTo>
                  <a:pt x="3513056" y="5299239"/>
                </a:lnTo>
                <a:lnTo>
                  <a:pt x="1" y="5299239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68D0C72-2B2C-4C85-A091-157853C71784}"/>
              </a:ext>
            </a:extLst>
          </p:cNvPr>
          <p:cNvSpPr/>
          <p:nvPr userDrawn="1"/>
        </p:nvSpPr>
        <p:spPr>
          <a:xfrm rot="8100000" flipH="1">
            <a:off x="9583575" y="1088097"/>
            <a:ext cx="5072180" cy="4843502"/>
          </a:xfrm>
          <a:custGeom>
            <a:avLst/>
            <a:gdLst>
              <a:gd name="connsiteX0" fmla="*/ 5072180 w 5072180"/>
              <a:gd name="connsiteY0" fmla="*/ 4843501 h 4843502"/>
              <a:gd name="connsiteX1" fmla="*/ 228679 w 5072180"/>
              <a:gd name="connsiteY1" fmla="*/ 0 h 4843502"/>
              <a:gd name="connsiteX2" fmla="*/ 1 w 5072180"/>
              <a:gd name="connsiteY2" fmla="*/ 228678 h 4843502"/>
              <a:gd name="connsiteX3" fmla="*/ 0 w 5072180"/>
              <a:gd name="connsiteY3" fmla="*/ 4843502 h 4843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72180" h="4843502">
                <a:moveTo>
                  <a:pt x="5072180" y="4843501"/>
                </a:moveTo>
                <a:lnTo>
                  <a:pt x="228679" y="0"/>
                </a:lnTo>
                <a:lnTo>
                  <a:pt x="1" y="228678"/>
                </a:lnTo>
                <a:lnTo>
                  <a:pt x="0" y="4843502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E25334A-5FE3-4DDA-8D32-4796CCFCAA74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8818DF1-D7FD-4C0F-875D-7A07E8F75C06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F9BB384-9E14-4CEA-82C1-21837229D3EF}"/>
              </a:ext>
            </a:extLst>
          </p:cNvPr>
          <p:cNvGrpSpPr/>
          <p:nvPr userDrawn="1"/>
        </p:nvGrpSpPr>
        <p:grpSpPr>
          <a:xfrm rot="16200000">
            <a:off x="431651" y="-917359"/>
            <a:ext cx="1532001" cy="1826463"/>
            <a:chOff x="10800164" y="7142066"/>
            <a:chExt cx="2775293" cy="3308724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862A81A-959D-4EAB-90ED-DB20759BB397}"/>
                </a:ext>
              </a:extLst>
            </p:cNvPr>
            <p:cNvSpPr/>
            <p:nvPr/>
          </p:nvSpPr>
          <p:spPr>
            <a:xfrm rot="2700000">
              <a:off x="10800164" y="7675497"/>
              <a:ext cx="2775293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AB9E28C-9422-42BD-AECE-29B44B5D63E2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772239B-C46D-4458-BB4B-DDB12FAB0172}"/>
              </a:ext>
            </a:extLst>
          </p:cNvPr>
          <p:cNvGrpSpPr/>
          <p:nvPr userDrawn="1"/>
        </p:nvGrpSpPr>
        <p:grpSpPr>
          <a:xfrm rot="16200000">
            <a:off x="1992859" y="-497210"/>
            <a:ext cx="818398" cy="986162"/>
            <a:chOff x="10945855" y="7317026"/>
            <a:chExt cx="2483924" cy="2993104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C8A2A1A-1FB9-4CA1-B74E-B293187E51AA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F2B18BA-6B43-40FA-A23B-D894D6AB468B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text styles</a:t>
            </a:r>
          </a:p>
        </p:txBody>
      </p:sp>
      <p:sp>
        <p:nvSpPr>
          <p:cNvPr id="22" name="Slide Number Placeholder 4">
            <a:extLst>
              <a:ext uri="{FF2B5EF4-FFF2-40B4-BE49-F238E27FC236}">
                <a16:creationId xmlns:a16="http://schemas.microsoft.com/office/drawing/2014/main" id="{0F332671-6296-47C8-BF26-B2D962F5D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7772A652-7229-2B42-B87B-298C31D6F0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</p:spTree>
    <p:extLst>
      <p:ext uri="{BB962C8B-B14F-4D97-AF65-F5344CB8AC3E}">
        <p14:creationId xmlns:p14="http://schemas.microsoft.com/office/powerpoint/2010/main" val="1675197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lt 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9318B2B-E019-4078-9EF0-C9D6281AE31B}"/>
              </a:ext>
            </a:extLst>
          </p:cNvPr>
          <p:cNvGrpSpPr/>
          <p:nvPr userDrawn="1"/>
        </p:nvGrpSpPr>
        <p:grpSpPr>
          <a:xfrm>
            <a:off x="9776075" y="2057401"/>
            <a:ext cx="4413559" cy="3934444"/>
            <a:chOff x="9222437" y="1088097"/>
            <a:chExt cx="5433318" cy="4843502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3E625C0-9656-421F-861F-67C8F93362ED}"/>
                </a:ext>
              </a:extLst>
            </p:cNvPr>
            <p:cNvSpPr/>
            <p:nvPr/>
          </p:nvSpPr>
          <p:spPr>
            <a:xfrm rot="2700000">
              <a:off x="9668983" y="1078460"/>
              <a:ext cx="4406148" cy="5299239"/>
            </a:xfrm>
            <a:custGeom>
              <a:avLst/>
              <a:gdLst>
                <a:gd name="connsiteX0" fmla="*/ 0 w 4406148"/>
                <a:gd name="connsiteY0" fmla="*/ 0 h 5299239"/>
                <a:gd name="connsiteX1" fmla="*/ 4406148 w 4406148"/>
                <a:gd name="connsiteY1" fmla="*/ 4406147 h 5299239"/>
                <a:gd name="connsiteX2" fmla="*/ 3513056 w 4406148"/>
                <a:gd name="connsiteY2" fmla="*/ 5299239 h 5299239"/>
                <a:gd name="connsiteX3" fmla="*/ 1 w 4406148"/>
                <a:gd name="connsiteY3" fmla="*/ 5299239 h 5299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06148" h="5299239">
                  <a:moveTo>
                    <a:pt x="0" y="0"/>
                  </a:moveTo>
                  <a:lnTo>
                    <a:pt x="4406148" y="4406147"/>
                  </a:lnTo>
                  <a:lnTo>
                    <a:pt x="3513056" y="5299239"/>
                  </a:lnTo>
                  <a:lnTo>
                    <a:pt x="1" y="5299239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49F8E490-C6E3-4D00-866F-CD85DD88996E}"/>
                </a:ext>
              </a:extLst>
            </p:cNvPr>
            <p:cNvSpPr/>
            <p:nvPr/>
          </p:nvSpPr>
          <p:spPr>
            <a:xfrm rot="8100000" flipH="1">
              <a:off x="9583575" y="1088097"/>
              <a:ext cx="5072180" cy="4843502"/>
            </a:xfrm>
            <a:custGeom>
              <a:avLst/>
              <a:gdLst>
                <a:gd name="connsiteX0" fmla="*/ 5072180 w 5072180"/>
                <a:gd name="connsiteY0" fmla="*/ 4843501 h 4843502"/>
                <a:gd name="connsiteX1" fmla="*/ 228679 w 5072180"/>
                <a:gd name="connsiteY1" fmla="*/ 0 h 4843502"/>
                <a:gd name="connsiteX2" fmla="*/ 1 w 5072180"/>
                <a:gd name="connsiteY2" fmla="*/ 228678 h 4843502"/>
                <a:gd name="connsiteX3" fmla="*/ 0 w 5072180"/>
                <a:gd name="connsiteY3" fmla="*/ 4843502 h 4843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72180" h="4843502">
                  <a:moveTo>
                    <a:pt x="5072180" y="4843501"/>
                  </a:moveTo>
                  <a:lnTo>
                    <a:pt x="228679" y="0"/>
                  </a:lnTo>
                  <a:lnTo>
                    <a:pt x="1" y="228678"/>
                  </a:lnTo>
                  <a:lnTo>
                    <a:pt x="0" y="4843502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</p:grp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EE8F5B31-1523-46AE-9455-C33DFC1BDDE0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5D17048F-C2E1-4775-BC32-50BD6219F89D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EAB002AA-4848-49C8-A834-036F860C79A3}"/>
              </a:ext>
            </a:extLst>
          </p:cNvPr>
          <p:cNvGrpSpPr/>
          <p:nvPr userDrawn="1"/>
        </p:nvGrpSpPr>
        <p:grpSpPr>
          <a:xfrm rot="16200000" flipH="1">
            <a:off x="9913705" y="6257994"/>
            <a:ext cx="1052473" cy="1209445"/>
            <a:chOff x="10800165" y="7142066"/>
            <a:chExt cx="2775293" cy="3189215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14B187A8-7F8D-469D-A03B-4F835A5746DE}"/>
                </a:ext>
              </a:extLst>
            </p:cNvPr>
            <p:cNvSpPr/>
            <p:nvPr/>
          </p:nvSpPr>
          <p:spPr>
            <a:xfrm rot="2700000">
              <a:off x="10800166" y="7555988"/>
              <a:ext cx="2775292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03D871D1-A11A-48FB-82A8-8D61AB5CB85C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text styles</a:t>
            </a:r>
          </a:p>
        </p:txBody>
      </p:sp>
      <p:sp>
        <p:nvSpPr>
          <p:cNvPr id="35" name="Slide Number Placeholder 4">
            <a:extLst>
              <a:ext uri="{FF2B5EF4-FFF2-40B4-BE49-F238E27FC236}">
                <a16:creationId xmlns:a16="http://schemas.microsoft.com/office/drawing/2014/main" id="{6F73F836-940E-4B65-A29C-D0869263C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511478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CB4C115-EFF9-405C-98BE-F4077B9730D0}"/>
              </a:ext>
            </a:extLst>
          </p:cNvPr>
          <p:cNvSpPr/>
          <p:nvPr userDrawn="1"/>
        </p:nvSpPr>
        <p:spPr>
          <a:xfrm>
            <a:off x="533399" y="914400"/>
            <a:ext cx="1944914" cy="1944914"/>
          </a:xfrm>
          <a:prstGeom prst="ellipse">
            <a:avLst/>
          </a:prstGeom>
          <a:solidFill>
            <a:schemeClr val="accent1">
              <a:lumMod val="50000"/>
            </a:schemeClr>
          </a:solidFill>
          <a:ln w="76200">
            <a:solidFill>
              <a:schemeClr val="accent1">
                <a:alpha val="5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C9A300DD-BB54-44ED-A7E4-01CD41EC930F}"/>
              </a:ext>
            </a:extLst>
          </p:cNvPr>
          <p:cNvSpPr txBox="1">
            <a:spLocks/>
          </p:cNvSpPr>
          <p:nvPr userDrawn="1"/>
        </p:nvSpPr>
        <p:spPr>
          <a:xfrm>
            <a:off x="956993" y="923305"/>
            <a:ext cx="1005115" cy="285931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3600" b="0" i="0" kern="120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en-US" sz="18400" noProof="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rPr>
              <a:t>“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399" y="3200400"/>
            <a:ext cx="7551057" cy="285931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00000"/>
              </a:lnSpc>
              <a:defRPr lang="en-GB" sz="3200" b="0" i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Quote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A4E6C1FF-5925-42B3-B7F9-0A0031BDA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53169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03618670-D1E4-466C-BDB5-FC890AC314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1625385"/>
            <a:ext cx="6718300" cy="4093243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2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74574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73704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E0C167E-2626-40DB-AACF-D02543E29BB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09700" y="1749570"/>
            <a:ext cx="9372600" cy="3358860"/>
          </a:xfrm>
        </p:spPr>
        <p:txBody>
          <a:bodyPr anchor="ctr">
            <a:normAutofit/>
          </a:bodyPr>
          <a:lstStyle>
            <a:lvl1pPr marL="0" indent="0" algn="ctr">
              <a:buNone/>
              <a:defRPr sz="6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047448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0103A49C-32FF-49E6-86F3-FC2E19517B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365" y="1825625"/>
            <a:ext cx="11215235" cy="43513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67082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7FA80A70-18DE-4DB9-9982-BA75BE54CF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4500" y="1681163"/>
            <a:ext cx="5157787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2801C0EF-C078-44B0-AD01-4850E9A65E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00812" y="1681163"/>
            <a:ext cx="5157788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7C9DED91-45F6-4308-A085-1EFACA6468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4500" y="2505075"/>
            <a:ext cx="5157787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8" name="Content Placeholder 5">
            <a:extLst>
              <a:ext uri="{FF2B5EF4-FFF2-40B4-BE49-F238E27FC236}">
                <a16:creationId xmlns:a16="http://schemas.microsoft.com/office/drawing/2014/main" id="{0574B5E7-B666-439B-9278-67BE1EA6EB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75412" y="2505075"/>
            <a:ext cx="5183188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19167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FE796BFF-6E5F-4DE7-B193-F501FC094D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3365" y="1517715"/>
            <a:ext cx="5184437" cy="4659248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1pPr>
            <a:lvl2pPr marL="800100" indent="-342900"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57300" indent="-342900"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78622754-CA4D-4C27-A37F-B26E7B4C9C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74163" y="1517715"/>
            <a:ext cx="5184437" cy="465924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995978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ategor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0" name="Picture Placeholder 8">
            <a:extLst>
              <a:ext uri="{FF2B5EF4-FFF2-40B4-BE49-F238E27FC236}">
                <a16:creationId xmlns:a16="http://schemas.microsoft.com/office/drawing/2014/main" id="{6D00E6B4-1CBE-404E-B943-5F1832320C1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78212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1" name="Picture Placeholder 8">
            <a:extLst>
              <a:ext uri="{FF2B5EF4-FFF2-40B4-BE49-F238E27FC236}">
                <a16:creationId xmlns:a16="http://schemas.microsoft.com/office/drawing/2014/main" id="{7CD59BFD-62BE-4E33-92A5-B84A2A9A8D3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222230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60DC5978-55B8-421D-91B4-29F8210A7B2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466248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3" name="Picture Placeholder 8">
            <a:extLst>
              <a:ext uri="{FF2B5EF4-FFF2-40B4-BE49-F238E27FC236}">
                <a16:creationId xmlns:a16="http://schemas.microsoft.com/office/drawing/2014/main" id="{BE3FB8C3-2C7E-4C59-8BD5-53FA2772DB5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710266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4" name="Picture Placeholder 8">
            <a:extLst>
              <a:ext uri="{FF2B5EF4-FFF2-40B4-BE49-F238E27FC236}">
                <a16:creationId xmlns:a16="http://schemas.microsoft.com/office/drawing/2014/main" id="{FD8FA9DA-C36B-4889-B88F-28B5829E53E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954283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19894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05F72315-51A9-431C-B80A-45E4FB1D6BD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963912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883D1F0C-34F1-46E1-B178-E4AB82B1463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207930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7202A849-DF14-40E7-B38D-1185F72603E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451948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CCFC1ADF-AC11-4CCD-AC2D-478B6FFEA5E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695965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B4CB326-DA0E-488E-B236-7017E8438FBB}"/>
              </a:ext>
            </a:extLst>
          </p:cNvPr>
          <p:cNvCxnSpPr/>
          <p:nvPr userDrawn="1"/>
        </p:nvCxnSpPr>
        <p:spPr>
          <a:xfrm>
            <a:off x="1242354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366B533-7212-4A36-9CE2-D6302E721F8F}"/>
              </a:ext>
            </a:extLst>
          </p:cNvPr>
          <p:cNvCxnSpPr/>
          <p:nvPr userDrawn="1"/>
        </p:nvCxnSpPr>
        <p:spPr>
          <a:xfrm>
            <a:off x="3486372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D7474CD-E230-4E14-8274-5E20F673F401}"/>
              </a:ext>
            </a:extLst>
          </p:cNvPr>
          <p:cNvCxnSpPr/>
          <p:nvPr userDrawn="1"/>
        </p:nvCxnSpPr>
        <p:spPr>
          <a:xfrm>
            <a:off x="5730390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BF71FCE-6F39-4D2F-82BE-7D9F1D2ED59F}"/>
              </a:ext>
            </a:extLst>
          </p:cNvPr>
          <p:cNvCxnSpPr/>
          <p:nvPr userDrawn="1"/>
        </p:nvCxnSpPr>
        <p:spPr>
          <a:xfrm>
            <a:off x="7974408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E97AC7A-17D9-4F42-9DD0-94FE4FC6BF19}"/>
              </a:ext>
            </a:extLst>
          </p:cNvPr>
          <p:cNvCxnSpPr/>
          <p:nvPr userDrawn="1"/>
        </p:nvCxnSpPr>
        <p:spPr>
          <a:xfrm>
            <a:off x="10218425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762663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3 Sec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36" name="Text Placeholder 22">
            <a:extLst>
              <a:ext uri="{FF2B5EF4-FFF2-40B4-BE49-F238E27FC236}">
                <a16:creationId xmlns:a16="http://schemas.microsoft.com/office/drawing/2014/main" id="{642D3CE0-C3B4-4F3F-A650-AB452B3AD4B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444169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7" name="Text Placeholder 22">
            <a:extLst>
              <a:ext uri="{FF2B5EF4-FFF2-40B4-BE49-F238E27FC236}">
                <a16:creationId xmlns:a16="http://schemas.microsoft.com/office/drawing/2014/main" id="{DBED2BB0-CDAD-40EE-8B35-C66DF45EE29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346244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47457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94020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24868267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30B3A574-7940-4E35-857E-5CA35A5910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110087" y="1444649"/>
            <a:ext cx="7548513" cy="4579079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06501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A015C605-1D30-48BC-A0D6-3B11AF56CC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4290" y="1444649"/>
            <a:ext cx="7694310" cy="4579079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129895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D4494CD2-CCDD-0248-96F8-741002C44255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Freeform: Shape 9">
            <a:extLst>
              <a:ext uri="{FF2B5EF4-FFF2-40B4-BE49-F238E27FC236}">
                <a16:creationId xmlns:a16="http://schemas.microsoft.com/office/drawing/2014/main" id="{07077B00-C1EE-7241-B441-7814F92A7EDF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0" name="Freeform: Shape 17">
            <a:extLst>
              <a:ext uri="{FF2B5EF4-FFF2-40B4-BE49-F238E27FC236}">
                <a16:creationId xmlns:a16="http://schemas.microsoft.com/office/drawing/2014/main" id="{3A1AEBC4-637E-F64C-9192-69AC4BB26D0C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1" name="Freeform: Shape 11">
            <a:extLst>
              <a:ext uri="{FF2B5EF4-FFF2-40B4-BE49-F238E27FC236}">
                <a16:creationId xmlns:a16="http://schemas.microsoft.com/office/drawing/2014/main" id="{669A7039-C54C-8E46-9A8B-DDB2547D989C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" name="Freeform: Shape 7">
            <a:extLst>
              <a:ext uri="{FF2B5EF4-FFF2-40B4-BE49-F238E27FC236}">
                <a16:creationId xmlns:a16="http://schemas.microsoft.com/office/drawing/2014/main" id="{4F173B32-87BB-9A40-8C91-4C1EED2B7ABF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AC87F4E-12B5-1B42-AFD2-4DB39B7645C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25" name="Freeform: Shape 15">
              <a:extLst>
                <a:ext uri="{FF2B5EF4-FFF2-40B4-BE49-F238E27FC236}">
                  <a16:creationId xmlns:a16="http://schemas.microsoft.com/office/drawing/2014/main" id="{03DD8765-59DF-A045-ADB5-E39FAEE153A0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6" name="Freeform: Shape 16">
              <a:extLst>
                <a:ext uri="{FF2B5EF4-FFF2-40B4-BE49-F238E27FC236}">
                  <a16:creationId xmlns:a16="http://schemas.microsoft.com/office/drawing/2014/main" id="{B34B796C-A407-7B4D-B4F0-E58A44FE8DB4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0" name="Freeform: Shape 23">
            <a:extLst>
              <a:ext uri="{FF2B5EF4-FFF2-40B4-BE49-F238E27FC236}">
                <a16:creationId xmlns:a16="http://schemas.microsoft.com/office/drawing/2014/main" id="{CBE3FDC9-67CB-FA42-B127-A36BFF4678BB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1" name="Slide Number Placeholder 4">
            <a:extLst>
              <a:ext uri="{FF2B5EF4-FFF2-40B4-BE49-F238E27FC236}">
                <a16:creationId xmlns:a16="http://schemas.microsoft.com/office/drawing/2014/main" id="{1E902BFF-CA8F-D745-A819-A7BB38B30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723047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A7FF9D7-8545-4547-AC77-A0421EEB9B99}"/>
              </a:ext>
            </a:extLst>
          </p:cNvPr>
          <p:cNvGrpSpPr/>
          <p:nvPr userDrawn="1"/>
        </p:nvGrpSpPr>
        <p:grpSpPr>
          <a:xfrm>
            <a:off x="0" y="0"/>
            <a:ext cx="6881966" cy="6858876"/>
            <a:chOff x="-5321" y="1096"/>
            <a:chExt cx="5924073" cy="5904197"/>
          </a:xfrm>
        </p:grpSpPr>
        <p:sp>
          <p:nvSpPr>
            <p:cNvPr id="17" name="Right Triangle 16">
              <a:extLst>
                <a:ext uri="{FF2B5EF4-FFF2-40B4-BE49-F238E27FC236}">
                  <a16:creationId xmlns:a16="http://schemas.microsoft.com/office/drawing/2014/main" id="{8DCD5806-2A2F-4ABF-8057-245681C498E6}"/>
                </a:ext>
              </a:extLst>
            </p:cNvPr>
            <p:cNvSpPr/>
            <p:nvPr userDrawn="1"/>
          </p:nvSpPr>
          <p:spPr>
            <a:xfrm rot="16200000" flipH="1" flipV="1">
              <a:off x="4618" y="-8842"/>
              <a:ext cx="5904196" cy="5924073"/>
            </a:xfrm>
            <a:prstGeom prst="rt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Right Triangle 17">
              <a:extLst>
                <a:ext uri="{FF2B5EF4-FFF2-40B4-BE49-F238E27FC236}">
                  <a16:creationId xmlns:a16="http://schemas.microsoft.com/office/drawing/2014/main" id="{3A93038F-E9E4-4FFD-B3DF-28DB7C2C1490}"/>
                </a:ext>
              </a:extLst>
            </p:cNvPr>
            <p:cNvSpPr/>
            <p:nvPr userDrawn="1"/>
          </p:nvSpPr>
          <p:spPr>
            <a:xfrm rot="16200000" flipH="1" flipV="1">
              <a:off x="3941" y="-8164"/>
              <a:ext cx="5501471" cy="5519993"/>
            </a:xfrm>
            <a:prstGeom prst="rtTriangle">
              <a:avLst/>
            </a:prstGeom>
            <a:pattFill prst="dkHorz">
              <a:fgClr>
                <a:schemeClr val="accent1"/>
              </a:fgClr>
              <a:bgClr>
                <a:schemeClr val="accent2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9" name="Right Triangle 18">
              <a:extLst>
                <a:ext uri="{FF2B5EF4-FFF2-40B4-BE49-F238E27FC236}">
                  <a16:creationId xmlns:a16="http://schemas.microsoft.com/office/drawing/2014/main" id="{5DEA1E02-BBD0-4AE3-AF22-433B90272178}"/>
                </a:ext>
              </a:extLst>
            </p:cNvPr>
            <p:cNvSpPr/>
            <p:nvPr userDrawn="1"/>
          </p:nvSpPr>
          <p:spPr>
            <a:xfrm rot="16200000" flipH="1" flipV="1">
              <a:off x="3131" y="-7355"/>
              <a:ext cx="5019818" cy="5036720"/>
            </a:xfrm>
            <a:prstGeom prst="rtTriangle">
              <a:avLst/>
            </a:prstGeom>
            <a:solidFill>
              <a:schemeClr val="accent2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5217242" y="2807208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2363861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6360242" y="3429000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C024DCDB-C6BF-455E-AAB8-EAF9DAB302A1}"/>
              </a:ext>
            </a:extLst>
          </p:cNvPr>
          <p:cNvSpPr/>
          <p:nvPr userDrawn="1"/>
        </p:nvSpPr>
        <p:spPr>
          <a:xfrm rot="13500000">
            <a:off x="-729899" y="-1215856"/>
            <a:ext cx="6043521" cy="8427077"/>
          </a:xfrm>
          <a:custGeom>
            <a:avLst/>
            <a:gdLst>
              <a:gd name="connsiteX0" fmla="*/ 6043521 w 6043521"/>
              <a:gd name="connsiteY0" fmla="*/ 4267535 h 8427077"/>
              <a:gd name="connsiteX1" fmla="*/ 1883979 w 6043521"/>
              <a:gd name="connsiteY1" fmla="*/ 8427077 h 8427077"/>
              <a:gd name="connsiteX2" fmla="*/ 0 w 6043521"/>
              <a:gd name="connsiteY2" fmla="*/ 8427077 h 8427077"/>
              <a:gd name="connsiteX3" fmla="*/ 0 w 6043521"/>
              <a:gd name="connsiteY3" fmla="*/ 1775986 h 8427077"/>
              <a:gd name="connsiteX4" fmla="*/ 1775985 w 6043521"/>
              <a:gd name="connsiteY4" fmla="*/ 0 h 8427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8427077">
                <a:moveTo>
                  <a:pt x="6043521" y="4267535"/>
                </a:moveTo>
                <a:lnTo>
                  <a:pt x="1883979" y="8427077"/>
                </a:lnTo>
                <a:lnTo>
                  <a:pt x="0" y="8427077"/>
                </a:lnTo>
                <a:lnTo>
                  <a:pt x="0" y="1775986"/>
                </a:lnTo>
                <a:lnTo>
                  <a:pt x="1775985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26AFB47A-5D51-4F9C-B01B-977CE5E3C093}"/>
              </a:ext>
            </a:extLst>
          </p:cNvPr>
          <p:cNvSpPr/>
          <p:nvPr userDrawn="1"/>
        </p:nvSpPr>
        <p:spPr>
          <a:xfrm rot="13500000">
            <a:off x="-1145231" y="-2123853"/>
            <a:ext cx="6043521" cy="9008880"/>
          </a:xfrm>
          <a:custGeom>
            <a:avLst/>
            <a:gdLst>
              <a:gd name="connsiteX0" fmla="*/ 6043521 w 6043521"/>
              <a:gd name="connsiteY0" fmla="*/ 4849338 h 9008880"/>
              <a:gd name="connsiteX1" fmla="*/ 1883979 w 6043521"/>
              <a:gd name="connsiteY1" fmla="*/ 9008880 h 9008880"/>
              <a:gd name="connsiteX2" fmla="*/ 0 w 6043521"/>
              <a:gd name="connsiteY2" fmla="*/ 9008880 h 9008880"/>
              <a:gd name="connsiteX3" fmla="*/ 0 w 6043521"/>
              <a:gd name="connsiteY3" fmla="*/ 1194182 h 9008880"/>
              <a:gd name="connsiteX4" fmla="*/ 1194182 w 6043521"/>
              <a:gd name="connsiteY4" fmla="*/ 0 h 9008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9008880">
                <a:moveTo>
                  <a:pt x="6043521" y="4849338"/>
                </a:moveTo>
                <a:lnTo>
                  <a:pt x="1883979" y="9008880"/>
                </a:lnTo>
                <a:lnTo>
                  <a:pt x="0" y="9008880"/>
                </a:lnTo>
                <a:lnTo>
                  <a:pt x="0" y="1194182"/>
                </a:lnTo>
                <a:lnTo>
                  <a:pt x="1194182" y="0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6997A4FF-7390-4173-8ACD-6CF7145AACEC}"/>
              </a:ext>
            </a:extLst>
          </p:cNvPr>
          <p:cNvSpPr/>
          <p:nvPr userDrawn="1"/>
        </p:nvSpPr>
        <p:spPr>
          <a:xfrm rot="18900000" flipH="1">
            <a:off x="-2681153" y="-465959"/>
            <a:ext cx="8639119" cy="5739762"/>
          </a:xfrm>
          <a:custGeom>
            <a:avLst/>
            <a:gdLst>
              <a:gd name="connsiteX0" fmla="*/ 3789781 w 8639119"/>
              <a:gd name="connsiteY0" fmla="*/ 0 h 5739762"/>
              <a:gd name="connsiteX1" fmla="*/ 0 w 8639119"/>
              <a:gd name="connsiteY1" fmla="*/ 3789782 h 5739762"/>
              <a:gd name="connsiteX2" fmla="*/ 0 w 8639119"/>
              <a:gd name="connsiteY2" fmla="*/ 5739761 h 5739762"/>
              <a:gd name="connsiteX3" fmla="*/ 7748695 w 8639119"/>
              <a:gd name="connsiteY3" fmla="*/ 5739762 h 5739762"/>
              <a:gd name="connsiteX4" fmla="*/ 8639119 w 8639119"/>
              <a:gd name="connsiteY4" fmla="*/ 4849338 h 5739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39119" h="5739762">
                <a:moveTo>
                  <a:pt x="3789781" y="0"/>
                </a:moveTo>
                <a:lnTo>
                  <a:pt x="0" y="3789782"/>
                </a:lnTo>
                <a:lnTo>
                  <a:pt x="0" y="5739761"/>
                </a:lnTo>
                <a:lnTo>
                  <a:pt x="7748695" y="5739762"/>
                </a:lnTo>
                <a:lnTo>
                  <a:pt x="8639119" y="4849338"/>
                </a:lnTo>
                <a:close/>
              </a:path>
            </a:pathLst>
          </a:custGeom>
          <a:solidFill>
            <a:schemeClr val="accent1">
              <a:lumMod val="50000"/>
              <a:alpha val="51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18518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1B0E15-6FC5-434E-8780-B186D9DB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204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C7B128-34F3-405C-B601-8BAFDB4349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8204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5A7754-E8C7-438B-922D-9027C6CF58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2500" y="6356350"/>
            <a:ext cx="660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63D6C4-4840-40CC-AC84-17E24B3B7BDE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DDDB7D-9189-9548-A2B9-81DC62C3C1A3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Freeform: Shape 9">
            <a:extLst>
              <a:ext uri="{FF2B5EF4-FFF2-40B4-BE49-F238E27FC236}">
                <a16:creationId xmlns:a16="http://schemas.microsoft.com/office/drawing/2014/main" id="{096D8877-6B4A-4540-8927-767DD7401718}"/>
              </a:ext>
            </a:extLst>
          </p:cNvPr>
          <p:cNvSpPr/>
          <p:nvPr userDrawn="1"/>
        </p:nvSpPr>
        <p:spPr>
          <a:xfrm>
            <a:off x="0" y="1"/>
            <a:ext cx="12192001" cy="6857999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17">
            <a:extLst>
              <a:ext uri="{FF2B5EF4-FFF2-40B4-BE49-F238E27FC236}">
                <a16:creationId xmlns:a16="http://schemas.microsoft.com/office/drawing/2014/main" id="{5AF2E123-FE0F-8541-8E36-5030C450AA7E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9" name="Freeform: Shape 11">
            <a:extLst>
              <a:ext uri="{FF2B5EF4-FFF2-40B4-BE49-F238E27FC236}">
                <a16:creationId xmlns:a16="http://schemas.microsoft.com/office/drawing/2014/main" id="{E5519D99-3B68-924A-9CD0-14B911711CA8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7">
            <a:extLst>
              <a:ext uri="{FF2B5EF4-FFF2-40B4-BE49-F238E27FC236}">
                <a16:creationId xmlns:a16="http://schemas.microsoft.com/office/drawing/2014/main" id="{A09E21A9-FBEF-144C-A152-FE484F3C55C1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0C7F2CB-A8CE-1545-A08D-93592C4BAEEA}"/>
              </a:ext>
            </a:extLst>
          </p:cNvPr>
          <p:cNvSpPr txBox="1">
            <a:spLocks/>
          </p:cNvSpPr>
          <p:nvPr userDrawn="1"/>
        </p:nvSpPr>
        <p:spPr>
          <a:xfrm>
            <a:off x="444500" y="542925"/>
            <a:ext cx="11214100" cy="535531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3200" b="1" kern="1200" spc="-70" baseline="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r>
              <a:rPr lang="en-US" noProof="0" dirty="0">
                <a:latin typeface="+mj-lt"/>
              </a:rPr>
              <a:t>Click to edit Master title style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068FCE4-1B47-3C4B-B091-013120A97D0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3" name="Freeform: Shape 15">
              <a:extLst>
                <a:ext uri="{FF2B5EF4-FFF2-40B4-BE49-F238E27FC236}">
                  <a16:creationId xmlns:a16="http://schemas.microsoft.com/office/drawing/2014/main" id="{FEC3FDE7-F27E-5E4E-8752-287CAB7792D4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4" name="Freeform: Shape 16">
              <a:extLst>
                <a:ext uri="{FF2B5EF4-FFF2-40B4-BE49-F238E27FC236}">
                  <a16:creationId xmlns:a16="http://schemas.microsoft.com/office/drawing/2014/main" id="{81C902DB-0D21-5044-82B6-9E7A70A1BF62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E1E08A0-195D-694F-947B-986A76FBB93E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6" name="Rectangle: Single Corner Snipped 18">
              <a:extLst>
                <a:ext uri="{FF2B5EF4-FFF2-40B4-BE49-F238E27FC236}">
                  <a16:creationId xmlns:a16="http://schemas.microsoft.com/office/drawing/2014/main" id="{ED5DFFCD-1EE3-E64E-B51F-BD7D72413E0B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chemeClr val="accent5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17" name="Rectangle: Single Corner Snipped 2">
              <a:extLst>
                <a:ext uri="{FF2B5EF4-FFF2-40B4-BE49-F238E27FC236}">
                  <a16:creationId xmlns:a16="http://schemas.microsoft.com/office/drawing/2014/main" id="{C12DB3CA-8E64-AA43-BFBE-A2CA9A816DBE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18" name="Freeform: Shape 23">
            <a:extLst>
              <a:ext uri="{FF2B5EF4-FFF2-40B4-BE49-F238E27FC236}">
                <a16:creationId xmlns:a16="http://schemas.microsoft.com/office/drawing/2014/main" id="{A587DEFD-D470-4142-8E0D-A71DDB147C92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7D9BF857-7910-734D-A217-5E3344220AA2}"/>
              </a:ext>
            </a:extLst>
          </p:cNvPr>
          <p:cNvSpPr txBox="1">
            <a:spLocks/>
          </p:cNvSpPr>
          <p:nvPr userDrawn="1"/>
        </p:nvSpPr>
        <p:spPr>
          <a:xfrm>
            <a:off x="11252200" y="6315075"/>
            <a:ext cx="406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Trade Gothic LT Pro" panose="020B05030403030200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66093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60" r:id="rId3"/>
    <p:sldLayoutId id="2147483666" r:id="rId4"/>
    <p:sldLayoutId id="2147483654" r:id="rId5"/>
    <p:sldLayoutId id="2147483661" r:id="rId6"/>
    <p:sldLayoutId id="2147483677" r:id="rId7"/>
    <p:sldLayoutId id="2147483674" r:id="rId8"/>
    <p:sldLayoutId id="2147483665" r:id="rId9"/>
    <p:sldLayoutId id="2147483673" r:id="rId10"/>
    <p:sldLayoutId id="2147483662" r:id="rId11"/>
    <p:sldLayoutId id="2147483663" r:id="rId12"/>
    <p:sldLayoutId id="2147483664" r:id="rId13"/>
    <p:sldLayoutId id="2147483675" r:id="rId14"/>
    <p:sldLayoutId id="2147483676" r:id="rId15"/>
    <p:sldLayoutId id="2147483672" r:id="rId16"/>
    <p:sldLayoutId id="2147483667" r:id="rId17"/>
    <p:sldLayoutId id="2147483668" r:id="rId1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36" userDrawn="1">
          <p15:clr>
            <a:srgbClr val="F26B43"/>
          </p15:clr>
        </p15:guide>
        <p15:guide id="4" orient="horz" pos="336" userDrawn="1">
          <p15:clr>
            <a:srgbClr val="F26B43"/>
          </p15:clr>
        </p15:guide>
        <p15:guide id="5" pos="7344" userDrawn="1">
          <p15:clr>
            <a:srgbClr val="F26B43"/>
          </p15:clr>
        </p15:guide>
        <p15:guide id="6" orient="horz" pos="398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mailto:rnicrosoft.support@email.com" TargetMode="External"/><Relationship Id="rId2" Type="http://schemas.openxmlformats.org/officeDocument/2006/relationships/hyperlink" Target="mailto:support@bank-secure.xyz" TargetMode="Externa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BE5BF-9922-45FB-8F3F-4446D40A05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How to prevent Phishing Scams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537F64-4C96-4AA8-BB21-E8053A3186D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i="1" dirty="0"/>
              <a:t>Froilan P. Gabales</a:t>
            </a:r>
          </a:p>
          <a:p>
            <a:pPr marL="0" indent="0">
              <a:buNone/>
            </a:pPr>
            <a:r>
              <a:rPr lang="en-US" i="1" dirty="0"/>
              <a:t>BSCS-3A</a:t>
            </a:r>
          </a:p>
        </p:txBody>
      </p:sp>
    </p:spTree>
    <p:extLst>
      <p:ext uri="{BB962C8B-B14F-4D97-AF65-F5344CB8AC3E}">
        <p14:creationId xmlns:p14="http://schemas.microsoft.com/office/powerpoint/2010/main" val="3946934594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875C19A-1AAE-476A-A316-A2CF92D76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646331"/>
          </a:xfrm>
        </p:spPr>
        <p:txBody>
          <a:bodyPr/>
          <a:lstStyle/>
          <a:p>
            <a:r>
              <a:rPr lang="en-US" sz="4000" dirty="0"/>
              <a:t>WHAT IS A PHISHING SCAM?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F2BC084-E6DB-4DE7-B309-042A85EBA70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b="1" i="1" dirty="0"/>
              <a:t>Phishing Scam </a:t>
            </a:r>
            <a:r>
              <a:rPr lang="en-US" sz="2400" b="1" dirty="0"/>
              <a:t>is a type of scam when a hacker sends a fake email, links, or messages that looks convincing enough to get your personal information like usernames, passwords, or even bank cards details. Some of the links will redirect you to a fake website that requires your sensitive information.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E9800F6-D571-48C4-8466-12AA1ADB6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3486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BEF011-F48C-DB0F-ABE7-A23F0F5E9F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AE9819E-E141-40D1-8079-DDA6CA18B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646331"/>
          </a:xfrm>
        </p:spPr>
        <p:txBody>
          <a:bodyPr/>
          <a:lstStyle/>
          <a:p>
            <a:r>
              <a:rPr lang="en-US" sz="4000" dirty="0"/>
              <a:t>HOW IT WORKS?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B8EF2A-1706-F106-3917-E7BB87657E7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400" b="1" dirty="0"/>
              <a:t> The attacker will make a convincing email or message from your bank, company, or from social media.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400" b="1" dirty="0"/>
              <a:t> An email that consist of link that will redirect you to a fake site or automatic downloads a spyware or malwares.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400" b="1" dirty="0"/>
              <a:t> When you enters your user and password it automatically sends the data to the hacker so they can exploit using your account.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2A89988-5E72-18EF-9B60-60F2B7C66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79428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17D2EA-1CD6-330C-3366-A881C1E65C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9137E11-9D58-9220-2910-E77D238A7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646331"/>
          </a:xfrm>
        </p:spPr>
        <p:txBody>
          <a:bodyPr/>
          <a:lstStyle/>
          <a:p>
            <a:r>
              <a:rPr lang="en-US" sz="4000" dirty="0"/>
              <a:t>HOW TO IDENTIFY PHISHING?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892B9FF-1CF5-BF03-7D87-6D4977F173A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1625385"/>
            <a:ext cx="8267700" cy="4800815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400" b="1" dirty="0"/>
              <a:t> </a:t>
            </a:r>
            <a:r>
              <a:rPr lang="en-US" sz="2400" b="1" dirty="0">
                <a:latin typeface="Bahnschrift SemiBold SemiConden" panose="020B0502040204020203" pitchFamily="34" charset="0"/>
              </a:rPr>
              <a:t>Unusual domain from email(ex.</a:t>
            </a:r>
            <a:r>
              <a:rPr lang="en-US" sz="2400" b="1" dirty="0">
                <a:latin typeface="Bahnschrift SemiBold SemiConden" panose="020B0502040204020203" pitchFamily="34" charset="0"/>
                <a:hlinkClick r:id="rId2"/>
              </a:rPr>
              <a:t>support@bank-secure.xyz</a:t>
            </a:r>
            <a:r>
              <a:rPr lang="en-US" sz="2400" b="1" dirty="0">
                <a:latin typeface="Bahnschrift SemiBold SemiConden" panose="020B0502040204020203" pitchFamily="34" charset="0"/>
              </a:rPr>
              <a:t>)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400" b="1" dirty="0">
                <a:latin typeface="Bahnschrift SemiBold SemiConden" panose="020B0502040204020203" pitchFamily="34" charset="0"/>
              </a:rPr>
              <a:t> Sudden alerts or urgent notifications like “Change your password before it’s too late”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400" b="1" dirty="0">
                <a:latin typeface="Bahnschrift SemiBold SemiConden" panose="020B0502040204020203" pitchFamily="34" charset="0"/>
              </a:rPr>
              <a:t> Unexpected downloaded files(.zip/.exe)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400" b="1" dirty="0">
                <a:latin typeface="Bahnschrift SemiBold SemiConden" panose="020B0502040204020203" pitchFamily="34" charset="0"/>
              </a:rPr>
              <a:t> Poor grammar or language, spelling errors, and suspicious words, for example: (</a:t>
            </a:r>
            <a:r>
              <a:rPr lang="en-US" sz="2400" b="1" dirty="0">
                <a:latin typeface="Bahnschrift SemiBold SemiConden" panose="020B0502040204020203" pitchFamily="34" charset="0"/>
                <a:hlinkClick r:id="rId3"/>
              </a:rPr>
              <a:t>rnicrosoft.support@email.com</a:t>
            </a:r>
            <a:r>
              <a:rPr lang="en-US" sz="2400" b="1" dirty="0">
                <a:latin typeface="Bahnschrift SemiBold SemiConden" panose="020B0502040204020203" pitchFamily="34" charset="0"/>
              </a:rPr>
              <a:t>) you can’t even spot the wrong spelling (rn) mistaken as (m)</a:t>
            </a:r>
          </a:p>
          <a:p>
            <a:pPr>
              <a:buFont typeface="Wingdings" panose="05000000000000000000" pitchFamily="2" charset="2"/>
              <a:buChar char="v"/>
            </a:pPr>
            <a:endParaRPr lang="en-US" sz="2400" b="1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30E2169-DE59-E7BF-B39C-42D55A0E7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06570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48BBF5-761A-1DDD-314D-DD6AFF1ECB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308DC3E-D523-5460-4EDB-FB5D616AD1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646331"/>
          </a:xfrm>
        </p:spPr>
        <p:txBody>
          <a:bodyPr/>
          <a:lstStyle/>
          <a:p>
            <a:r>
              <a:rPr lang="en-US" sz="4000" dirty="0"/>
              <a:t>HOW TO PREVENT PHISHING?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8B878A2-5011-DDE7-7659-0344F459D69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1625385"/>
            <a:ext cx="8267700" cy="4800815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400" b="1" dirty="0"/>
              <a:t> </a:t>
            </a:r>
            <a:r>
              <a:rPr lang="en-US" sz="2400" b="1" dirty="0">
                <a:latin typeface="Bahnschrift SemiBold SemiConden" panose="020B0502040204020203" pitchFamily="34" charset="0"/>
              </a:rPr>
              <a:t>Use email filters, adblockers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400" b="1" dirty="0">
                <a:latin typeface="Bahnschrift SemiBold SemiConden" panose="020B0502040204020203" pitchFamily="34" charset="0"/>
              </a:rPr>
              <a:t> Keep browser and its app updated as always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400" b="1" dirty="0">
                <a:latin typeface="Bahnschrift SemiBold SemiConden" panose="020B0502040204020203" pitchFamily="34" charset="0"/>
              </a:rPr>
              <a:t> Enable 2-Step Verification on sensitive accounts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400" b="1" dirty="0">
                <a:latin typeface="Bahnschrift SemiBold SemiConden" panose="020B0502040204020203" pitchFamily="34" charset="0"/>
              </a:rPr>
              <a:t> Don’t click random links you found in internet, trust your gut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400" b="1" dirty="0">
                <a:latin typeface="Bahnschrift SemiBold SemiConden" panose="020B0502040204020203" pitchFamily="34" charset="0"/>
              </a:rPr>
              <a:t> Never give any personal or transaction history via email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400" b="1" dirty="0">
                <a:latin typeface="Bahnschrift SemiBold SemiConden" panose="020B0502040204020203" pitchFamily="34" charset="0"/>
              </a:rPr>
              <a:t> Carefully check the spellings and watch out for the domains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322A06E-4323-179D-D3CC-33A335DA0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91227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27F1F8-24FE-AF25-450A-CF98D28C4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2E16120-F655-896B-CE89-65F10E66B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5842000" cy="646331"/>
          </a:xfrm>
        </p:spPr>
        <p:txBody>
          <a:bodyPr/>
          <a:lstStyle/>
          <a:p>
            <a:r>
              <a:rPr lang="en-US" sz="4000" dirty="0"/>
              <a:t>IMMEDIATE STEPS WHEN YOU CLICKED A LINK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05D1DFD-8BCE-C659-73EE-7CB6D99925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1879385"/>
            <a:ext cx="8267700" cy="4800815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400" b="1" dirty="0"/>
              <a:t> </a:t>
            </a:r>
            <a:r>
              <a:rPr lang="en-US" sz="2400" b="1" dirty="0">
                <a:latin typeface="Bahnschrift SemiBold SemiConden" panose="020B0502040204020203" pitchFamily="34" charset="0"/>
              </a:rPr>
              <a:t>Don’t enter any info and close the tab or exit the browser immediately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400" b="1" dirty="0">
                <a:latin typeface="Bahnschrift SemiBold SemiConden" panose="020B0502040204020203" pitchFamily="34" charset="0"/>
              </a:rPr>
              <a:t> Change your password quickly when you realize it was a fake website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400" b="1" dirty="0">
                <a:latin typeface="Bahnschrift SemiBold SemiConden" panose="020B0502040204020203" pitchFamily="34" charset="0"/>
              </a:rPr>
              <a:t> Run full antivirus scan and anti-malware scan if you found a suspicious file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400" b="1" dirty="0">
                <a:latin typeface="Bahnschrift SemiBold SemiConden" panose="020B0502040204020203" pitchFamily="34" charset="0"/>
              </a:rPr>
              <a:t> If you enter your financial account, contact your bank provider and report as a fraud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281D92A-9477-E7AE-E15E-5F5F53E80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59839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BE5BF-9922-45FB-8F3F-4446D40A05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Century Gothic" panose="020B0502020202020204" pitchFamily="34" charset="0"/>
              </a:rPr>
              <a:t>Thank You </a:t>
            </a:r>
            <a:endParaRPr lang="en-GB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771863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Office Theme">
  <a:themeElements>
    <a:clrScheme name="Custom 12">
      <a:dk1>
        <a:srgbClr val="000000"/>
      </a:dk1>
      <a:lt1>
        <a:srgbClr val="FFFFFF"/>
      </a:lt1>
      <a:dk2>
        <a:srgbClr val="6D6E71"/>
      </a:dk2>
      <a:lt2>
        <a:srgbClr val="58595B"/>
      </a:lt2>
      <a:accent1>
        <a:srgbClr val="0065A4"/>
      </a:accent1>
      <a:accent2>
        <a:srgbClr val="47C3D3"/>
      </a:accent2>
      <a:accent3>
        <a:srgbClr val="8F2D63"/>
      </a:accent3>
      <a:accent4>
        <a:srgbClr val="1A6871"/>
      </a:accent4>
      <a:accent5>
        <a:srgbClr val="0C4360"/>
      </a:accent5>
      <a:accent6>
        <a:srgbClr val="F47735"/>
      </a:accent6>
      <a:hlink>
        <a:srgbClr val="00559A"/>
      </a:hlink>
      <a:folHlink>
        <a:srgbClr val="595851"/>
      </a:folHlink>
    </a:clrScheme>
    <a:fontScheme name="Custom 3">
      <a:majorFont>
        <a:latin typeface="Trebuchet MS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66687569_Modern blue presentation_AAS_v5" id="{C7B59113-CD15-4341-96CA-86E715D5BE98}" vid="{5A8FDAEB-3DF3-4B3C-A708-49813F8D6F8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5757914-1161-4661-9696-421FD6935CDD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5B26E0C9-B2AA-42E6-97B6-E1B7D9EAF12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C103400-4A22-4E35-B588-4C4D4263895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Modern blue presentation</Template>
  <TotalTime>67</TotalTime>
  <Words>361</Words>
  <Application>Microsoft Office PowerPoint</Application>
  <PresentationFormat>Widescreen</PresentationFormat>
  <Paragraphs>32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Arial</vt:lpstr>
      <vt:lpstr>Bahnschrift SemiBold SemiConden</vt:lpstr>
      <vt:lpstr>Calibri</vt:lpstr>
      <vt:lpstr>Century Gothic</vt:lpstr>
      <vt:lpstr>Trade Gothic LT Pro</vt:lpstr>
      <vt:lpstr>Trebuchet MS</vt:lpstr>
      <vt:lpstr>Wingdings</vt:lpstr>
      <vt:lpstr>Office Theme</vt:lpstr>
      <vt:lpstr>How to prevent Phishing Scams</vt:lpstr>
      <vt:lpstr>WHAT IS A PHISHING SCAM?</vt:lpstr>
      <vt:lpstr>HOW IT WORKS?</vt:lpstr>
      <vt:lpstr>HOW TO IDENTIFY PHISHING?</vt:lpstr>
      <vt:lpstr>HOW TO PREVENT PHISHING?</vt:lpstr>
      <vt:lpstr>IMMEDIATE STEPS WHEN YOU CLICKED A LINK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dyrrothbunn@gmail.com</dc:creator>
  <cp:lastModifiedBy>dyrrothbunn@gmail.com</cp:lastModifiedBy>
  <cp:revision>1</cp:revision>
  <dcterms:created xsi:type="dcterms:W3CDTF">2025-09-22T12:38:13Z</dcterms:created>
  <dcterms:modified xsi:type="dcterms:W3CDTF">2025-09-22T13:46:06Z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